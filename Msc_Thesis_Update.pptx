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4"/>
  </p:sldMasterIdLst>
  <p:notesMasterIdLst>
    <p:notesMasterId r:id="rId31"/>
  </p:notesMasterIdLst>
  <p:handoutMasterIdLst>
    <p:handoutMasterId r:id="rId32"/>
  </p:handoutMasterIdLst>
  <p:sldIdLst>
    <p:sldId id="500" r:id="rId15"/>
    <p:sldId id="499" r:id="rId16"/>
    <p:sldId id="502" r:id="rId17"/>
    <p:sldId id="503" r:id="rId18"/>
    <p:sldId id="511" r:id="rId19"/>
    <p:sldId id="504" r:id="rId20"/>
    <p:sldId id="506" r:id="rId21"/>
    <p:sldId id="510" r:id="rId22"/>
    <p:sldId id="505" r:id="rId23"/>
    <p:sldId id="512" r:id="rId24"/>
    <p:sldId id="508" r:id="rId25"/>
    <p:sldId id="509" r:id="rId26"/>
    <p:sldId id="507" r:id="rId27"/>
    <p:sldId id="513" r:id="rId28"/>
    <p:sldId id="514" r:id="rId29"/>
    <p:sldId id="501" r:id="rId30"/>
  </p:sldIdLst>
  <p:sldSz cx="12190413" cy="6858000"/>
  <p:notesSz cx="6858000" cy="9144000"/>
  <p:custDataLst>
    <p:tags r:id="rId33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ias Andersson" initials="MA" lastIdx="1" clrIdx="0">
    <p:extLst>
      <p:ext uri="{19B8F6BF-5375-455C-9EA6-DF929625EA0E}">
        <p15:presenceInfo xmlns:p15="http://schemas.microsoft.com/office/powerpoint/2012/main" userId="S-1-5-21-4207196655-1284807994-987816898-558702" providerId="AD"/>
      </p:ext>
    </p:extLst>
  </p:cmAuthor>
  <p:cmAuthor id="2" name="Microsoft Office User" initials="MOU" lastIdx="1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F3EEA"/>
    <a:srgbClr val="990000"/>
    <a:srgbClr val="000000"/>
    <a:srgbClr val="FFCC00"/>
    <a:srgbClr val="FF6600"/>
    <a:srgbClr val="FF0000"/>
    <a:srgbClr val="FF0099"/>
    <a:srgbClr val="CC33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4310" autoAdjust="0"/>
  </p:normalViewPr>
  <p:slideViewPr>
    <p:cSldViewPr showGuides="1">
      <p:cViewPr varScale="1">
        <p:scale>
          <a:sx n="107" d="100"/>
          <a:sy n="107" d="100"/>
        </p:scale>
        <p:origin x="690" y="1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251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21" Type="http://schemas.openxmlformats.org/officeDocument/2006/relationships/slide" Target="slides/slide7.xml"/><Relationship Id="rId34" Type="http://schemas.openxmlformats.org/officeDocument/2006/relationships/commentAuthors" Target="commentAuthor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0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9587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2022 used Pyrolysis most</a:t>
            </a:r>
          </a:p>
          <a:p>
            <a:pPr marL="171450" indent="-171450">
              <a:buFontTx/>
              <a:buChar char="-"/>
            </a:pPr>
            <a:r>
              <a:rPr lang="en-US" dirty="0"/>
              <a:t>-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63589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Shorter Foresight led to more utilization of RONDO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794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AA7BA0-0B57-144D-AF9F-8BC95D0CF6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  <p:sp>
        <p:nvSpPr>
          <p:cNvPr id="10" name="Logo white">
            <a:extLst>
              <a:ext uri="{FF2B5EF4-FFF2-40B4-BE49-F238E27FC236}">
                <a16:creationId xmlns:a16="http://schemas.microsoft.com/office/drawing/2014/main" id="{FC411777-B07F-B446-A2D9-F12CE6C3BB88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9D9FD-15D8-7961-FF15-3CC2DEAD55D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751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81365-8ADF-38B5-60FB-FC504490ABE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07BA-32CB-B6FD-0167-0426D7F6C11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36711"/>
            <a:ext cx="9312374" cy="562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B325B-A25A-D56A-EF8C-3A7C961092A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6796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49733"/>
            <a:ext cx="6048672" cy="5491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15370-C44B-16D1-4345-7DCD91BF3A4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836711"/>
            <a:ext cx="6865740" cy="562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6095-B382-DC60-053F-48583B07F1B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55474-F7C5-8595-5CCC-39641AF009E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ACE46-7CDE-36FE-2F3D-4211E75A48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A548B-56FD-2AAD-2E9D-6703F282FCC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4787466" y="6541200"/>
            <a:ext cx="3286894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spcBef>
                <a:spcPts val="0"/>
              </a:spcBef>
              <a:defRPr sz="7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dirty="0"/>
              <a:t>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885647"/>
            <a:ext cx="9312374" cy="513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" descr="{&quot;templafy&quot;:{&quot;id&quot;:&quot;19920dab-3faa-4eb9-b064-a1f7031a4d5a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8564558" y="6541200"/>
            <a:ext cx="2522540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" descr="{&quot;templafy&quot;:{&quot;id&quot;:&quot;1d6d75e4-e54c-4658-81fb-d02b8c297025&quot;}}" title="UserProfile.Offices.Workarea_{{DocumentLanguage}}">
            <a:extLst>
              <a:ext uri="{FF2B5EF4-FFF2-40B4-BE49-F238E27FC236}">
                <a16:creationId xmlns:a16="http://schemas.microsoft.com/office/drawing/2014/main" id="{52A04EE2-4A75-1E49-9D82-29FF9A12D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7127" y="6541200"/>
            <a:ext cx="927720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Wind</a:t>
            </a:r>
          </a:p>
        </p:txBody>
      </p:sp>
      <p:sp>
        <p:nvSpPr>
          <p:cNvPr id="17" name="text" descr="{&quot;templafy&quot;:{&quot;id&quot;:&quot;95942039-e519-4580-99a4-52d31a0ae7a7&quot;}}" title="Form.PresentationTitle">
            <a:extLst>
              <a:ext uri="{FF2B5EF4-FFF2-40B4-BE49-F238E27FC236}">
                <a16:creationId xmlns:a16="http://schemas.microsoft.com/office/drawing/2014/main" id="{ADFFD43E-0E9D-0F4E-9CAF-179B98B1E984}"/>
              </a:ext>
            </a:extLst>
          </p:cNvPr>
          <p:cNvSpPr txBox="1"/>
          <p:nvPr userDrawn="1"/>
        </p:nvSpPr>
        <p:spPr>
          <a:xfrm>
            <a:off x="8831510" y="6541200"/>
            <a:ext cx="2407988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 dirty="0">
                <a:solidFill>
                  <a:schemeClr val="bg1"/>
                </a:solidFill>
                <a:latin typeface="+mn-lt"/>
              </a:rPr>
              <a:t>[Division / Section]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88060B-D441-3246-8E00-9B5DEC362B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9" r="25904"/>
          <a:stretch/>
        </p:blipFill>
        <p:spPr>
          <a:xfrm>
            <a:off x="11290043" y="252716"/>
            <a:ext cx="637811" cy="611284"/>
          </a:xfrm>
          <a:prstGeom prst="rect">
            <a:avLst/>
          </a:prstGeom>
        </p:spPr>
      </p:pic>
      <p:sp>
        <p:nvSpPr>
          <p:cNvPr id="14" name="Logo color">
            <a:extLst>
              <a:ext uri="{FF2B5EF4-FFF2-40B4-BE49-F238E27FC236}">
                <a16:creationId xmlns:a16="http://schemas.microsoft.com/office/drawing/2014/main" id="{B9E9A3C6-77B1-3443-8EE6-564C767EAE72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F905E-0728-756C-E812-6B8FBD431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1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884D92-3164-AE47-AF3A-4BAFFE9539F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37"/>
          <a:stretch/>
        </p:blipFill>
        <p:spPr>
          <a:xfrm>
            <a:off x="0" y="44624"/>
            <a:ext cx="12170667" cy="63525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4CB0037-BDFF-A546-AB9A-C59764141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9" y="3545117"/>
            <a:ext cx="10840028" cy="2044123"/>
          </a:xfrm>
        </p:spPr>
        <p:txBody>
          <a:bodyPr/>
          <a:lstStyle/>
          <a:p>
            <a:r>
              <a:rPr lang="en-GB" dirty="0" err="1"/>
              <a:t>Msc</a:t>
            </a:r>
            <a:r>
              <a:rPr lang="en-GB" dirty="0"/>
              <a:t> Thesis Updates</a:t>
            </a:r>
            <a:endParaRPr lang="en-GB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680AE-A2C5-C08E-39DD-39DA08E5D25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FFD03-4BF0-5410-06A3-F0885D02281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8254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6AED-A45A-8940-A9BC-EBF24956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10" y="476672"/>
            <a:ext cx="9312374" cy="513195"/>
          </a:xfrm>
        </p:spPr>
        <p:txBody>
          <a:bodyPr/>
          <a:lstStyle/>
          <a:p>
            <a:r>
              <a:rPr lang="da-DK" dirty="0"/>
              <a:t>Current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0CF7-7189-1C4E-838C-E315EF59A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922" y="1196752"/>
            <a:ext cx="10059876" cy="51125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Electric Boiler, NG Boiler, RONDO, Pyrolysis } Heat Technology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Wind, Solar, Grid, Battery } Electrcity Techology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Methanolisation, Electrolysis } PtX</a:t>
            </a:r>
          </a:p>
          <a:p>
            <a:pPr>
              <a:buFont typeface="Wingdings" panose="05000000000000000000" pitchFamily="2" charset="2"/>
              <a:buChar char="§"/>
            </a:pPr>
            <a:endParaRPr lang="da-DK" dirty="0"/>
          </a:p>
          <a:p>
            <a:pPr marL="0" indent="0">
              <a:buNone/>
            </a:pPr>
            <a:r>
              <a:rPr lang="da-DK" dirty="0"/>
              <a:t>Base Scenario:</a:t>
            </a:r>
          </a:p>
          <a:p>
            <a:r>
              <a:rPr lang="en-US" dirty="0" err="1"/>
              <a:t>P_el</a:t>
            </a:r>
            <a:r>
              <a:rPr lang="en-US" dirty="0"/>
              <a:t> = 2 MW</a:t>
            </a:r>
          </a:p>
          <a:p>
            <a:r>
              <a:rPr lang="en-US" dirty="0" err="1"/>
              <a:t>P_heat</a:t>
            </a:r>
            <a:r>
              <a:rPr lang="en-US" dirty="0"/>
              <a:t> = 5 MW</a:t>
            </a:r>
          </a:p>
          <a:p>
            <a:r>
              <a:rPr lang="en-US" dirty="0"/>
              <a:t>CO2_tax = 80 EUR/MWh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D00B8-747D-644E-B8CA-2A6890EFFD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118B8-B904-5048-95F5-E4E33FD8D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D7A825-B413-C197-DD00-87F4C5ABC4B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9110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68CE-C876-8A00-40B5-5A451E63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62" y="220074"/>
            <a:ext cx="3072011" cy="513195"/>
          </a:xfrm>
        </p:spPr>
        <p:txBody>
          <a:bodyPr/>
          <a:lstStyle/>
          <a:p>
            <a:r>
              <a:rPr lang="en-US" dirty="0"/>
              <a:t>Input Data</a:t>
            </a: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670DB-4B0D-5563-5F87-3353D653C9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0E075-9BFE-011B-AEF9-81698BA396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C67E93-1DC1-F6B8-9DFD-F367D0C0F8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5A266C-A416-C479-569C-AE3FB129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31" y="1628800"/>
            <a:ext cx="5673742" cy="2808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E7B89F-0836-BED5-B8AC-B6BD1162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6" y="1556792"/>
            <a:ext cx="5964706" cy="29523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D31606-0A45-82F3-0E2F-8E047C9F0FB1}"/>
              </a:ext>
            </a:extLst>
          </p:cNvPr>
          <p:cNvSpPr txBox="1"/>
          <p:nvPr/>
        </p:nvSpPr>
        <p:spPr>
          <a:xfrm>
            <a:off x="406574" y="4869160"/>
            <a:ext cx="5387693" cy="841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Distribution of Wind/Solar CF in each quarter of the year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DK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8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194C-147F-229B-DD12-AE3FED09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00" y="433158"/>
            <a:ext cx="9312374" cy="513195"/>
          </a:xfrm>
        </p:spPr>
        <p:txBody>
          <a:bodyPr/>
          <a:lstStyle/>
          <a:p>
            <a:r>
              <a:rPr lang="en-US" dirty="0"/>
              <a:t>Input Data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331542-4461-0170-1F06-8915EA3EE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614" y="1196752"/>
            <a:ext cx="4817122" cy="382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640CF-03FB-4E06-2E3D-8666371D08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99434-D5DD-20A6-2C80-1C1531CCE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3A607D1-0A60-5BDE-D7A1-F4924F4CE07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DB8B3E-007F-0BB3-E447-5FEB62BE2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30" y="1196752"/>
            <a:ext cx="5256584" cy="3921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D8899A-219D-B6BB-D27E-AAEED38ED063}"/>
              </a:ext>
            </a:extLst>
          </p:cNvPr>
          <p:cNvSpPr txBox="1"/>
          <p:nvPr/>
        </p:nvSpPr>
        <p:spPr>
          <a:xfrm>
            <a:off x="838622" y="5373216"/>
            <a:ext cx="12663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47757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FF02-F378-47E7-4AEB-C075B3B1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10" y="260648"/>
            <a:ext cx="9312374" cy="513195"/>
          </a:xfrm>
        </p:spPr>
        <p:txBody>
          <a:bodyPr/>
          <a:lstStyle/>
          <a:p>
            <a:r>
              <a:rPr lang="en-US" dirty="0"/>
              <a:t>System Revenue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CB5750-64DB-C6C5-1CF4-BFA164599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300624" y="1052736"/>
            <a:ext cx="5972546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282D7-190C-8B93-B64C-3ACC54036D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55E61-3F5A-F0B5-98B9-6ADBA6062E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64CE72-0F27-D6D6-665C-9D02B3C67D4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713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A1731D-F361-62ED-915D-0FE992C14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26654" y="188025"/>
            <a:ext cx="4669583" cy="63531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8C497-26AF-2960-8AEA-15F5F94EDC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/>
              <a:t>Footer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04D78FE-032E-1F74-FC1C-36335E2AA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346066FF-DE1C-A130-1F30-ACD4DCCB569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6573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59EA-B7BE-771B-50F5-B6770F43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9" y="76821"/>
            <a:ext cx="9312374" cy="513195"/>
          </a:xfrm>
        </p:spPr>
        <p:txBody>
          <a:bodyPr/>
          <a:lstStyle/>
          <a:p>
            <a:r>
              <a:rPr lang="en-US" dirty="0"/>
              <a:t>RONDO Discharging Behavior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F38743-9021-9B28-A52D-E4F2BE7E5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430910" y="703571"/>
            <a:ext cx="5472608" cy="561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D4BD7-5907-691C-AB2C-9A1205E68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45CA4-3658-D749-0C50-7F39FF286B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2620C4-F456-AC32-1778-9DFC3F153E6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4480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D021-0B94-2E97-40EC-C970F626C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62" y="263597"/>
            <a:ext cx="9312374" cy="513195"/>
          </a:xfrm>
        </p:spPr>
        <p:txBody>
          <a:bodyPr/>
          <a:lstStyle/>
          <a:p>
            <a:r>
              <a:rPr lang="en-US" dirty="0"/>
              <a:t>Battery SOC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CFAC2E-A83D-570E-C2D2-7DFD4BD54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998862" y="908720"/>
            <a:ext cx="6889973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1F2C7-3258-346F-E70F-45521BE19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7275C-755C-65CD-4B0B-F8E9E89A66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350D27-335B-77DA-4419-028B804E69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2048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3311-9255-7E20-EC63-CC24E575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45" y="260648"/>
            <a:ext cx="9312374" cy="513195"/>
          </a:xfrm>
        </p:spPr>
        <p:txBody>
          <a:bodyPr/>
          <a:lstStyle/>
          <a:p>
            <a:r>
              <a:rPr lang="en-US" dirty="0"/>
              <a:t>Base Scenario Heat Generation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324173-E4B0-635E-246A-67172AAD9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52000" y="982081"/>
            <a:ext cx="4320480" cy="2573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1DEEC-8B92-7B07-36D4-38D75BB9BC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377DA-E5E7-0443-FA61-FD68F505C1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A241D6-2F01-8973-A1E7-89847CE6E6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579E61-81AA-4AD5-6A0D-96A41D55A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069" y="851221"/>
            <a:ext cx="4464496" cy="2658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D649B3-300E-8A26-B8D7-C84A6D677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08" y="3555147"/>
            <a:ext cx="4560558" cy="2716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B08559-8E2B-C7BC-20DB-AD24D124D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9222" y="3472935"/>
            <a:ext cx="4698602" cy="279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6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23A70-6523-BB00-ADA3-A6F59FE697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07BBB-A690-A29D-9B9B-B4A37D57C9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03CDAE-F3A3-8BF6-C2C1-DC9D4F69179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1F638-12C2-2403-C471-5B13B7147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581" y="784693"/>
            <a:ext cx="6268832" cy="27719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36F7BE-F84A-D7BC-000F-99ACEF37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047" y="3584308"/>
            <a:ext cx="6052063" cy="2771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6CE4DF-4674-07CF-75E1-D6F982E94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79" y="784693"/>
            <a:ext cx="6097859" cy="2792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94FC53-9185-47D0-25DF-531EBCA55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60" y="3556461"/>
            <a:ext cx="6169479" cy="282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32B7-C345-40BF-6BC0-43077A9F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74223"/>
            <a:ext cx="9312374" cy="513195"/>
          </a:xfrm>
        </p:spPr>
        <p:txBody>
          <a:bodyPr/>
          <a:lstStyle/>
          <a:p>
            <a:r>
              <a:rPr lang="en-US" dirty="0"/>
              <a:t>Rolling Horizon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E5025C-B31A-7F6E-FBD9-D8B3C8513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4042" y="1052701"/>
            <a:ext cx="4403703" cy="262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39149-F1A3-BE54-D2A9-6962CB09DA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593B2-3486-AAB1-5E9B-C94517DEE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821908-802A-1121-E6CD-6E231FBB74F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F2F4D4-A28E-3F84-E6D5-685C57A0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897" y="884503"/>
            <a:ext cx="4968552" cy="2959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E2CA4D-E566-9366-5991-FCE6C58CD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39" y="3904100"/>
            <a:ext cx="4246606" cy="2529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0954F4-2F8D-200B-3DA0-16DC14C68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897" y="3675332"/>
            <a:ext cx="4824536" cy="28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CF8DA-D68B-4005-4900-38A8BAA39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79875-A09F-C677-B3A6-A18802E048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CDA232-5398-519C-D5AD-7557A83B89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270B5-3132-5321-1B91-A2FB3C060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0" y="767460"/>
            <a:ext cx="4432943" cy="26400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E46AFB-4821-7BF7-2C28-1270B1D8D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822" y="677782"/>
            <a:ext cx="4682991" cy="2788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2CE0B2-4FA8-7791-531B-6A5D21617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00" y="3537145"/>
            <a:ext cx="4985292" cy="29689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8C8709-8CA5-6BFB-7B60-A3A9384BA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822" y="3407504"/>
            <a:ext cx="5131800" cy="305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85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A6BA-7EF6-80FB-7B30-70367330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00" y="186012"/>
            <a:ext cx="9312374" cy="513195"/>
          </a:xfrm>
        </p:spPr>
        <p:txBody>
          <a:bodyPr/>
          <a:lstStyle/>
          <a:p>
            <a:r>
              <a:rPr lang="en-US" dirty="0"/>
              <a:t>Seasonal Behavior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648895-7A4D-4A57-FC54-3E1790349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14886" y="872214"/>
            <a:ext cx="5179342" cy="548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40953-8A5D-6306-F070-59161B7A55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7671C-D5A1-C2DA-534E-24B53981BE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13A712-48B6-30FE-E86A-21B0D24E48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828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4138-32B3-3938-8632-040A33D0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521" y="149028"/>
            <a:ext cx="9312374" cy="513195"/>
          </a:xfrm>
        </p:spPr>
        <p:txBody>
          <a:bodyPr/>
          <a:lstStyle/>
          <a:p>
            <a:r>
              <a:rPr lang="en-US" dirty="0"/>
              <a:t>Heat Price</a:t>
            </a: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20A4D-636E-7BAD-4F2E-152FF90F5A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91268-3A3F-E0E9-2CAD-9592E9561B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0B5AE9-E6D7-35AF-ECA7-127E4AC76DF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9F398C-2AA3-9FDD-90AF-80E3A76B0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" y="662224"/>
            <a:ext cx="3462667" cy="2856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FA3B86-B3C3-FE29-F6C3-6DF219527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3518924"/>
            <a:ext cx="3574000" cy="2948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D55791-77B9-0E86-129E-DFDDE522F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040" y="347008"/>
            <a:ext cx="3532621" cy="29144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3A44FC-9042-8AAA-5D34-B88EF4666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834" y="3397488"/>
            <a:ext cx="3773942" cy="311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06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45F2-B9D6-B7BF-4231-F73B9ADB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0F43-BEF9-1EFE-717B-6DB2A37D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Managed to simulate Biogas Demand via a store with (500,00 t) Biomass</a:t>
            </a:r>
          </a:p>
          <a:p>
            <a:pPr>
              <a:buFontTx/>
              <a:buChar char="-"/>
            </a:pPr>
            <a:r>
              <a:rPr lang="en-US" dirty="0"/>
              <a:t>And Load for Biogas 200 GWh, but only at the last timestep (Alberto´s Method)</a:t>
            </a:r>
          </a:p>
          <a:p>
            <a:pPr>
              <a:buFontTx/>
              <a:buChar char="-"/>
            </a:pPr>
            <a:r>
              <a:rPr lang="en-US" dirty="0"/>
              <a:t>Makes Pyrolysis the Baseline/Dominant Heat provider in the system </a:t>
            </a:r>
          </a:p>
          <a:p>
            <a:pPr>
              <a:buFontTx/>
              <a:buChar char="-"/>
            </a:pPr>
            <a:r>
              <a:rPr lang="en-US" dirty="0"/>
              <a:t>RONDO was still used more in 2024 in updated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5870-C148-BF62-4C99-DBE415D3CD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49FF9-1AA0-78CC-4214-AB43E77D5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355821-840A-5860-8228-0DB6F8E048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10988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048F48-06A7-A443-B285-9A9D725B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55777-3A03-7D47-B657-69719659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C04DB-B860-13DD-1904-30E9B42FB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16429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solidFill>
            <a:schemeClr val="accent2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Wind Energy Template.pptx  -  Read-Only" id="{5D1E195A-5694-493A-9B3A-DD892780DE75}" vid="{6B133F9E-2F46-46EE-B913-DA3CF10F941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582373565942579","enableDocumentContentUpdater":true,"version":"1.2"}]]></TemplafySlideTemplateConfiguration>
</file>

<file path=customXml/item4.xml><?xml version="1.0" encoding="utf-8"?>
<TemplafyTemplateConfiguration><![CDATA[{"elementsMetadata":[{"type":"shape","id":"760c0b01-e6e8-4844-b6e1-1dc9fa2aa3a0","elementConfiguration":{"binding":"UserProfile.Offices.Workarea_{{DocumentLanguage}}","disableUpdates":false,"type":"text"}},{"type":"shape","id":"d52388ce-2b60-421d-b542-b927e7f7ca5d","elementConfiguration":{"format":"{{DateFormats.GeneralDate}}","binding":"Form.Date","disableUpdates":false,"type":"date"}},{"type":"shape","id":"19920dab-3faa-4eb9-b064-a1f7031a4d5a","elementConfiguration":{"binding":"Form.PresentationTitle","disableUpdates":false,"type":"text"}}],"transformationConfigurations":[{"language":"{{DocumentLanguage}}","disableUpdates":false,"type":"proofingLanguage"}],"templateName":"DTU Wind Energy Template","templateDescription":"","enableDocumentContentUpdater":true,"version":"1.2"}]]></TemplafyTemplate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7582373565786322","enableDocumentContentUpdater":true,"version":"1.2"}]]></TemplafySlideTemplateConfiguration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documentContentValidatorConfiguration":{"enableDocumentContentValidator":false,"documentContentValidatorVersion":0},"elementsMetadata":[],"slideId":"637582373566098804","enableDocumentContentUpdater":true,"version":"1.2"}]]></TemplafySlideTemplate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6822015789305408","enableDocumentContentUpdater":true,"version":"1.2"}]]></TemplafySlideTemplateConfiguration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]}]]></TemplafyFormConfiguration>
</file>

<file path=customXml/item1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9A4C5C1-E379-42C2-9CE4-96EAD0C517EB}">
  <ds:schemaRefs/>
</ds:datastoreItem>
</file>

<file path=customXml/itemProps2.xml><?xml version="1.0" encoding="utf-8"?>
<ds:datastoreItem xmlns:ds="http://schemas.openxmlformats.org/officeDocument/2006/customXml" ds:itemID="{130D490B-E977-43FF-A2D1-8C2447D6F7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F6F7EB-8D11-4DB2-B6C1-35C7A5D0547A}">
  <ds:schemaRefs/>
</ds:datastoreItem>
</file>

<file path=customXml/itemProps4.xml><?xml version="1.0" encoding="utf-8"?>
<ds:datastoreItem xmlns:ds="http://schemas.openxmlformats.org/officeDocument/2006/customXml" ds:itemID="{1334258C-C3E7-4029-A615-C886A240FB15}">
  <ds:schemaRefs/>
</ds:datastoreItem>
</file>

<file path=customXml/itemProps5.xml><?xml version="1.0" encoding="utf-8"?>
<ds:datastoreItem xmlns:ds="http://schemas.openxmlformats.org/officeDocument/2006/customXml" ds:itemID="{747FA701-153C-414F-9076-93D6EB8F30A9}">
  <ds:schemaRefs/>
</ds:datastoreItem>
</file>

<file path=customXml/itemProps6.xml><?xml version="1.0" encoding="utf-8"?>
<ds:datastoreItem xmlns:ds="http://schemas.openxmlformats.org/officeDocument/2006/customXml" ds:itemID="{AF32439C-8EF2-469F-A487-C82C55E480D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7.xml><?xml version="1.0" encoding="utf-8"?>
<ds:datastoreItem xmlns:ds="http://schemas.openxmlformats.org/officeDocument/2006/customXml" ds:itemID="{45D0A120-FE3F-4A06-903C-5F2D1EDB30FB}">
  <ds:schemaRefs/>
</ds:datastoreItem>
</file>

<file path=customXml/itemProps8.xml><?xml version="1.0" encoding="utf-8"?>
<ds:datastoreItem xmlns:ds="http://schemas.openxmlformats.org/officeDocument/2006/customXml" ds:itemID="{2EB4C41E-0201-403E-B674-C35FC9D83F82}">
  <ds:schemaRefs/>
</ds:datastoreItem>
</file>

<file path=customXml/itemProps9.xml><?xml version="1.0" encoding="utf-8"?>
<ds:datastoreItem xmlns:ds="http://schemas.openxmlformats.org/officeDocument/2006/customXml" ds:itemID="{B917EF7A-B11F-4137-A061-E3AFCEC45668}">
  <ds:schemaRefs/>
</ds:datastoreItem>
</file>

<file path=customXml/itemProps10.xml><?xml version="1.0" encoding="utf-8"?>
<ds:datastoreItem xmlns:ds="http://schemas.openxmlformats.org/officeDocument/2006/customXml" ds:itemID="{06B25442-D932-4BC3-89C2-322C820AD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1.xml><?xml version="1.0" encoding="utf-8"?>
<ds:datastoreItem xmlns:ds="http://schemas.openxmlformats.org/officeDocument/2006/customXml" ds:itemID="{89E65983-BEBD-4684-8266-29F51A82FD68}">
  <ds:schemaRefs/>
</ds:datastoreItem>
</file>

<file path=customXml/itemProps12.xml><?xml version="1.0" encoding="utf-8"?>
<ds:datastoreItem xmlns:ds="http://schemas.openxmlformats.org/officeDocument/2006/customXml" ds:itemID="{C086A146-0E09-4AA0-A3DC-33B2C18DA71A}">
  <ds:schemaRefs/>
</ds:datastoreItem>
</file>

<file path=customXml/itemProps13.xml><?xml version="1.0" encoding="utf-8"?>
<ds:datastoreItem xmlns:ds="http://schemas.openxmlformats.org/officeDocument/2006/customXml" ds:itemID="{256B63E5-69B6-464D-863A-E47835EE728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Wind Template</Template>
  <TotalTime>878</TotalTime>
  <Words>208</Words>
  <Application>Microsoft Office PowerPoint</Application>
  <PresentationFormat>Custom</PresentationFormat>
  <Paragraphs>82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Verdana</vt:lpstr>
      <vt:lpstr>Wingdings</vt:lpstr>
      <vt:lpstr>Blank</vt:lpstr>
      <vt:lpstr>Msc Thesis Updates</vt:lpstr>
      <vt:lpstr>Current Model</vt:lpstr>
      <vt:lpstr>Input Data</vt:lpstr>
      <vt:lpstr>Input Data</vt:lpstr>
      <vt:lpstr>System Revenue</vt:lpstr>
      <vt:lpstr>PowerPoint Presentation</vt:lpstr>
      <vt:lpstr>RONDO Discharging Behavior</vt:lpstr>
      <vt:lpstr>Battery SOC</vt:lpstr>
      <vt:lpstr>Base Scenario Heat Generation</vt:lpstr>
      <vt:lpstr>PowerPoint Presentation</vt:lpstr>
      <vt:lpstr>Rolling Horizon</vt:lpstr>
      <vt:lpstr>PowerPoint Presentation</vt:lpstr>
      <vt:lpstr>Seasonal Behavior</vt:lpstr>
      <vt:lpstr>Heat Price</vt:lpstr>
      <vt:lpstr>Updates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Pulin Dhar</dc:creator>
  <cp:keywords/>
  <dc:description/>
  <cp:lastModifiedBy>Pulin Dhar</cp:lastModifiedBy>
  <cp:revision>3</cp:revision>
  <dcterms:created xsi:type="dcterms:W3CDTF">2026-02-26T12:36:25Z</dcterms:created>
  <dcterms:modified xsi:type="dcterms:W3CDTF">2026-03-03T00:31:06Z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2021-06-02T13:27:21.6449280</vt:lpwstr>
  </property>
  <property fmtid="{D5CDD505-2E9C-101B-9397-08002B2CF9AE}" pid="3" name="ContentTypeId">
    <vt:lpwstr>0x0101009ADA1FD2B40FDA458284BB6FCA763489</vt:lpwstr>
  </property>
</Properties>
</file>